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8D3492-3563-4DA1-A847-65F72A0FCF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3F31EC2-949D-409D-9828-93F3F924A2F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57200" y="2465280"/>
            <a:ext cx="2011680" cy="91440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Input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Dictionary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3931920" y="2465280"/>
            <a:ext cx="2011680" cy="91440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AtomSpect_Main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6858000" y="2465280"/>
            <a:ext cx="2011680" cy="91440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Plotting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931920" y="4016160"/>
            <a:ext cx="2011680" cy="91440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plotZfan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3931920" y="914400"/>
            <a:ext cx="2011680" cy="91440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/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MakeSlider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" name=""/>
          <p:cNvCxnSpPr>
            <a:stCxn id="7" idx="3"/>
            <a:endCxn id="11" idx="1"/>
          </p:cNvCxnSpPr>
          <p:nvPr/>
        </p:nvCxnSpPr>
        <p:spPr>
          <a:xfrm flipV="1">
            <a:off x="2468880" y="1371600"/>
            <a:ext cx="1463400" cy="1551240"/>
          </a:xfrm>
          <a:prstGeom prst="bentConnector3">
            <a:avLst>
              <a:gd name="adj1" fmla="val 5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3" name=""/>
          <p:cNvCxnSpPr>
            <a:stCxn id="7" idx="3"/>
            <a:endCxn id="10" idx="-1"/>
          </p:cNvCxnSpPr>
          <p:nvPr/>
        </p:nvCxnSpPr>
        <p:spPr>
          <a:xfrm>
            <a:off x="2468880" y="2922480"/>
            <a:ext cx="1463400" cy="1551240"/>
          </a:xfrm>
          <a:prstGeom prst="bentConnector3">
            <a:avLst>
              <a:gd name="adj1" fmla="val 5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4" name=""/>
          <p:cNvCxnSpPr>
            <a:stCxn id="7" idx="3"/>
            <a:endCxn id="8" idx="1"/>
          </p:cNvCxnSpPr>
          <p:nvPr/>
        </p:nvCxnSpPr>
        <p:spPr>
          <a:xfrm>
            <a:off x="2468880" y="2922480"/>
            <a:ext cx="1463400" cy="360"/>
          </a:xfrm>
          <a:prstGeom prst="bentConnector2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5" name=""/>
          <p:cNvCxnSpPr>
            <a:stCxn id="8" idx="3"/>
            <a:endCxn id="9" idx="1"/>
          </p:cNvCxnSpPr>
          <p:nvPr/>
        </p:nvCxnSpPr>
        <p:spPr>
          <a:xfrm>
            <a:off x="5943600" y="2922480"/>
            <a:ext cx="914760" cy="360"/>
          </a:xfrm>
          <a:prstGeom prst="bentConnector2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2026-04-22T13:17:08Z</dcterms:created>
  <dc:creator/>
  <dc:description/>
  <dc:language>en-US</dc:language>
  <cp:lastModifiedBy/>
  <dcterms:modified xsi:type="dcterms:W3CDTF">2026-04-22T14:07:42Z</dcterms:modified>
  <cp:revision>2</cp:revision>
  <dc:subject/>
  <dc:title/>
</cp:coreProperties>
</file>